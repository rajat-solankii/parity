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73152" cy="3474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DEVELOPER TOOLING &amp; RUNTIME DIAGNOSTICS</a:t>
            </a:r>
          </a:p>
          <a:p>
            <a:pPr>
              <a:spcAft>
                <a:spcPts val="1000"/>
              </a:spcAft>
              <a:defRPr sz="5600" b="1">
                <a:solidFill>
                  <a:srgbClr val="F8FAFC"/>
                </a:solidFill>
                <a:latin typeface="Segoe UI"/>
              </a:defRPr>
            </a:pPr>
            <a:r>
              <a:t>PARITY</a:t>
            </a:r>
          </a:p>
          <a:p>
            <a:pPr>
              <a:spcAft>
                <a:spcPts val="1800"/>
              </a:spcAft>
              <a:defRPr sz="2200" i="1">
                <a:solidFill>
                  <a:srgbClr val="A855F7"/>
                </a:solidFill>
                <a:latin typeface="Segoe UI"/>
              </a:defRPr>
            </a:pPr>
            <a:r>
              <a:t>“Make Every Machine Match.”</a:t>
            </a:r>
          </a:p>
          <a:p>
            <a:pPr>
              <a:defRPr sz="1450">
                <a:solidFill>
                  <a:srgbClr val="94A3B8"/>
                </a:solidFill>
                <a:latin typeface="Segoe UI"/>
              </a:defRPr>
            </a:pPr>
            <a:r>
              <a:t>A deterministic CLI tool and interactive web engine that diagnoses why Python projects fail on one machine while succeeding on another, explains the exact root cause, and applies verified fixes safely.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5394960"/>
            <a:ext cx="2011680" cy="4572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39496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Python 3.11+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5394960"/>
            <a:ext cx="2011680" cy="4572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539496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  <a:latin typeface="Segoe UI"/>
              </a:defRPr>
            </a:pPr>
            <a:r>
              <a:t>AST Static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5394960"/>
            <a:ext cx="2011680" cy="4572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539496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Zero Execution 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5394960"/>
            <a:ext cx="2011680" cy="4572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539496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Web GUI + CLI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5394960"/>
            <a:ext cx="2011680" cy="4572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539496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46 Verified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The Real-World Dilemma: Silent Environment Drift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828800"/>
            <a:ext cx="73152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78308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Undeclared Imports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Developers import modules present in their local site-packages but omit them from requirements.txt or pyproject.toml. The project runs locally but instantly fails in CI or Docker.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21208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828800"/>
            <a:ext cx="73152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8308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Version Drift &amp; Disjoint Pins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Loose specifiers (e.g. &gt;=2.0) pull breaking upstream versions on other machines. Multiple files or subprojects declare contradictory pins (==1.4 vs ==2.0).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4114800"/>
            <a:ext cx="73152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06908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Platform &amp; Marker Gaps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PEP 508 markers (sys_platform == 'win32') or architecture-specific wheels cause silent runtime missing-module exceptions when code crosses operating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40480"/>
            <a:ext cx="521208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4114800"/>
            <a:ext cx="73152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06908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Missing Native Tools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Python packages often wrap C/C++ or system tools. Missing compilers (gcc, MSVC), build systems (cmake, make), or binaries (git, ffmpeg) break builds cryptically.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Parity's Core Pillars &amp; Value Proposition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42032" cy="466344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254203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762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38BDF8"/>
                </a:solidFill>
                <a:latin typeface="Segoe UI"/>
              </a:defRPr>
            </a:pPr>
            <a:r>
              <a:t>01</a:t>
            </a:r>
          </a:p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AST Static Analysis</a:t>
            </a:r>
          </a:p>
          <a:p>
            <a:pPr>
              <a:spcAft>
                <a:spcPts val="1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Zero Untrusted Execution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Scans Python code trees via standard AST parsing. Categorizes imports into Runtime, Dev/Test, and Optional without running arbitrary setup scripts or untrusted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542032" cy="466344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554480"/>
            <a:ext cx="2542032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828800"/>
            <a:ext cx="21762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A855F7"/>
                </a:solidFill>
                <a:latin typeface="Segoe UI"/>
              </a:defRPr>
            </a:pPr>
            <a:r>
              <a:t>02</a:t>
            </a:r>
          </a:p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Deep Fingerprinting</a:t>
            </a:r>
          </a:p>
          <a:p>
            <a:pPr>
              <a:spcAft>
                <a:spcPts val="1400"/>
              </a:spcAft>
              <a:defRPr sz="1100" b="1">
                <a:solidFill>
                  <a:srgbClr val="A855F7"/>
                </a:solidFill>
                <a:latin typeface="Segoe UI"/>
              </a:defRPr>
            </a:pPr>
            <a:r>
              <a:t>Deterministic System Snapshots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Extracts active Python runtime, architecture, platform tags, complete package lists, and native compiler status into shareable, redacted JSON snapshots.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542032" cy="466344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2542032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1762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34D399"/>
                </a:solidFill>
                <a:latin typeface="Segoe UI"/>
              </a:defRPr>
            </a:pPr>
            <a:r>
              <a:t>03</a:t>
            </a:r>
          </a:p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Rule-Based Diagnosis</a:t>
            </a:r>
          </a:p>
          <a:p>
            <a:pPr>
              <a:spcAft>
                <a:spcPts val="1400"/>
              </a:spcAft>
              <a:defRPr sz="1100" b="1">
                <a:solidFill>
                  <a:srgbClr val="34D399"/>
                </a:solidFill>
                <a:latin typeface="Segoe UI"/>
              </a:defRPr>
            </a:pPr>
            <a:r>
              <a:t>Actionable Confidence Scoring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Evaluates formal diagnostic rules (R1-R7), pinpointing exact files, line numbers, severity ratings (High/Med/Low), and confidence metrics for every discrepancy.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554480"/>
            <a:ext cx="2542032" cy="466344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554480"/>
            <a:ext cx="2542032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828800"/>
            <a:ext cx="21762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BBF24"/>
                </a:solidFill>
                <a:latin typeface="Segoe UI"/>
              </a:defRPr>
            </a:pPr>
            <a:r>
              <a:t>04</a:t>
            </a:r>
          </a:p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Automated Remediation</a:t>
            </a:r>
          </a:p>
          <a:p>
            <a:pPr>
              <a:spcAft>
                <a:spcPts val="1400"/>
              </a:spcAft>
              <a:defRPr sz="1100" b="1">
                <a:solidFill>
                  <a:srgbClr val="FBBF24"/>
                </a:solidFill>
                <a:latin typeface="Segoe UI"/>
              </a:defRPr>
            </a:pPr>
            <a:r>
              <a:t>CLI &amp; Interactive Dashboard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Builds safe, tiered remediation plans—appending missing packages, running pip commands, installing native tools via winget, and updating system PATH with 1 click.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End-to-End Diagnostic &amp; Remediation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29260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011680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Segoe UI"/>
              </a:defRPr>
            </a:pPr>
            <a:r>
              <a:t>1. 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Source &amp; Manifests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Scans Python AST tree for imports.</a:t>
            </a:r>
            <a:br/>
            <a:r>
              <a:t>Parses pyproject.toml, requirements.txt, setup.py, and Pipfile.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645920"/>
            <a:ext cx="2011680" cy="29260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07792" y="1645920"/>
            <a:ext cx="2011680" cy="3200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164592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Segoe UI"/>
              </a:defRPr>
            </a:pPr>
            <a:r>
              <a:t>2. FINGERPRINT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10312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Runtime Snapshot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Captures target OS, Python version, virtualenv, site-packages, and native tools into env.json.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645920"/>
            <a:ext cx="2011680" cy="29260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84064" y="1645920"/>
            <a:ext cx="2011680" cy="320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4064" y="164592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Segoe UI"/>
              </a:defRPr>
            </a:pPr>
            <a:r>
              <a:t>3. RESOLVE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210312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4-Layer Mapping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Translates module import names to PyPI distributions (e.g. cv2 → opencv-python).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1645920"/>
            <a:ext cx="2011680" cy="29260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0336" y="1645920"/>
            <a:ext cx="2011680" cy="3200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164592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Segoe UI"/>
              </a:defRPr>
            </a:pPr>
            <a:r>
              <a:t>4. DIAGNOSE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496" y="210312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Rule Engine Evaluation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Executes Rules R1–R7.</a:t>
            </a:r>
            <a:br/>
            <a:r>
              <a:t>Detects undeclared, missing, conflicting, or incompatible requirements.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1645920"/>
            <a:ext cx="2011680" cy="29260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1645920"/>
            <a:ext cx="2011680" cy="320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6608" y="164592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Segoe UI"/>
              </a:defRPr>
            </a:pPr>
            <a:r>
              <a:t>5. REMEDIATE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210312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Safe Fix Execution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Generates tiered action plan.</a:t>
            </a:r>
            <a:br/>
            <a:r>
              <a:t>Manifest updates, pip installs, winget system tools, PATH fix.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46320"/>
            <a:ext cx="10725912" cy="13716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9834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4D399"/>
                </a:solidFill>
                <a:latin typeface="Segoe UI"/>
              </a:defRPr>
            </a:pPr>
            <a:r>
              <a:t>Dual-Ended Verification (Local vs. Baseline / Reference Machine)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Parity does not just diagnose the machine you are standing on: you can run 'parity diagnose . --against env.json' to test your code against a remote production server, CI container, or teammate's recorded machine environment before pushing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RULE EVALUATOR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Diagnostic Rule Catalog: Precise Root Cause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84124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27632"/>
            <a:ext cx="777240" cy="5029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0F19"/>
                </a:solidFill>
                <a:latin typeface="Segoe UI"/>
              </a:defRPr>
            </a:pPr>
            <a:r>
              <a:t>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72768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Undeclared Import   [HIGH / LOW]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An imported module is detected in Python AST code but missing from dependency manifests. Runtime imports produce HIGH confidence; optional/try-except imports produce LOW confidence. -&gt; Fix: Adds package to requirements.txt or installs via pip.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725912" cy="84124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587752"/>
            <a:ext cx="777240" cy="5029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0F19"/>
                </a:solidFill>
                <a:latin typeface="Segoe UI"/>
              </a:defRPr>
            </a:pPr>
            <a:r>
              <a:t>R2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32888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Missing / Mismatched Dependency   [HIGH]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 declared package in requirements.txt or pyproject.toml is either absent from site-packages or violates version constraints (e.g. requires &gt;=2.0, but 1.8 installed). -&gt; Fix: Automated pip install or package upgrade.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725912" cy="84124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547872"/>
            <a:ext cx="77724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0F19"/>
                </a:solidFill>
                <a:latin typeface="Segoe UI"/>
              </a:defRPr>
            </a:pPr>
            <a:r>
              <a:t>R3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93008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Conflicting Pins   [MEDIUM]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Contradictory or disjoint constraints detected across manifests or requirements files (e.g. file A pins ==1.0 while file B pins ==2.0). -&gt; Fix: Highlights exact line evidence for manual unification.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10725912" cy="84124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507992"/>
            <a:ext cx="777240" cy="5029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0F19"/>
                </a:solidFill>
                <a:latin typeface="Segoe UI"/>
              </a:defRPr>
            </a:pPr>
            <a:r>
              <a:t>R4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53128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Python Incompatibility   [HIGH]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Project's 'requires-python' specifier (e.g. &gt;=3.11) conflicts with the active or target Python interpreter version. -&gt; Fix: Alerts developer to switch or provision compatible interpreter.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25912" cy="84124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5468112"/>
            <a:ext cx="777240" cy="50292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0F19"/>
                </a:solidFill>
                <a:latin typeface="Segoe UI"/>
              </a:defRPr>
            </a:pPr>
            <a:r>
              <a:t>R7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413248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Marker Evaluation   [LOW (INFO)]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Evaluates PEP 508 environment markers (sys_platform, python_version, platform_machine) against the target fingerprint. -&gt; Fix: Validates platform-specific dependencies.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RESOLVER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Solving the 'Import Name != Package Name'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83080"/>
            <a:ext cx="1005840" cy="29260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0F19"/>
                </a:solidFill>
                <a:latin typeface="Segoe UI"/>
              </a:defRPr>
            </a:pPr>
            <a: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3736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Installed Environment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Queries importlib.metadata.packages_distributions() from the active or target venv. Directly maps top-level modules to installed distribution names.</a:t>
            </a:r>
          </a:p>
          <a:p>
            <a:pPr>
              <a:defRPr sz="1050" b="1">
                <a:solidFill>
                  <a:srgbClr val="34D399"/>
                </a:solidFill>
                <a:latin typeface="Segoe UI"/>
              </a:defRPr>
            </a:pPr>
            <a:r>
              <a:t>Reliability: High Confidence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21208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783080"/>
            <a:ext cx="100584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0F19"/>
                </a:solidFill>
                <a:latin typeface="Segoe UI"/>
              </a:defRPr>
            </a:pPr>
            <a:r>
              <a:t>LAYER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73736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Curated Mapping Catalog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Bundled mapping fixture for notoriously ambiguous packages:</a:t>
            </a:r>
            <a:br/>
            <a:r>
              <a:t>cv2 → opencv-python</a:t>
            </a:r>
            <a:br/>
            <a:r>
              <a:t>yaml → PyYAML</a:t>
            </a:r>
            <a:br/>
            <a:r>
              <a:t>PIL → Pillow</a:t>
            </a:r>
            <a:br/>
            <a:r>
              <a:t>sklearn → scikit-learn</a:t>
            </a:r>
          </a:p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Reliability: Medium Confidence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4069080"/>
            <a:ext cx="1005840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0F19"/>
                </a:solidFill>
                <a:latin typeface="Segoe UI"/>
              </a:defRPr>
            </a:pPr>
            <a:r>
              <a:t>LAYER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402336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PEP 503 Identity Heuristic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Standard Python packaging normalization fallback: lowercasing, replacing underscores and dots with dashes (e.g. date_util → date-util).</a:t>
            </a:r>
          </a:p>
          <a:p>
            <a:pPr>
              <a:defRPr sz="1050" b="1">
                <a:solidFill>
                  <a:srgbClr val="FBBF24"/>
                </a:solidFill>
                <a:latin typeface="Segoe UI"/>
              </a:defRPr>
            </a:pPr>
            <a:r>
              <a:t>Reliability: Low Confidence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40480"/>
            <a:ext cx="521208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4069080"/>
            <a:ext cx="1005840" cy="29260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0F19"/>
                </a:solidFill>
                <a:latin typeface="Segoe UI"/>
              </a:defRPr>
            </a:pPr>
            <a:r>
              <a:t>LAYER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02336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PyPI Online Wheel Metadata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Safely queries files.pythonhosted.org (when --online is enabled). Verifies SHA-256 wheel hash, bounded zip read to prevent zip-bombs.</a:t>
            </a:r>
          </a:p>
          <a:p>
            <a:pPr>
              <a:defRPr sz="1050" b="1">
                <a:solidFill>
                  <a:srgbClr val="A855F7"/>
                </a:solidFill>
                <a:latin typeface="Segoe UI"/>
              </a:defRPr>
            </a:pPr>
            <a:r>
              <a:t>Reliability: High Confidence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ENVIRONMENT PROFILER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Deterministic Fingerprinting: Beyond Python Packages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Python Runtime &amp; OS Introspection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OS &amp; Kernel: Windows, Linux glibc/musl, macOS Darwin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Architecture: x86_64, arm64, platform tags (PEP 425)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Python Interpreter: Exact executable binary path &amp; version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Virtualenv Isolation: Detects pyvenv.cfg, active isolation status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Installed Package Map: Canonical distribution name &amp; exact version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Redaction Engine: --redact flag sanitizes usernames and sensitive filepaths before team sharing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BBF24"/>
                </a:solidFill>
                <a:latin typeface="Segoe UI"/>
              </a:defRPr>
            </a:pPr>
            <a:r>
              <a:t>Native System Tools Detection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Probed Tools: git, cmake, ffmpeg, docker, make, gcc, cl.exe (MSVC)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PATH Verification: Differentiates FOUND, FOUND_NOT_ON_PATH, BROKEN, and NOT_FOUND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CWE-426 Protection: Safe which probes avoid current working directory binary hijacking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Execution Isolation: Tools probed in isolated temp directory with 5-second timeouts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Automated Windows Winget: One-click background installation for missing system tools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Dynamic PATH Registration: Windows registry + process PATH updates without reboot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GRAPHICAL 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Interactive Web Dashboard: Visual Health &amp; 1-Click Fixes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828800"/>
            <a:ext cx="164592" cy="16459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7373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📊 Executive Dashboard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Instant overview cards for Total Findings, Declared Dependencies, and AST Imported Modules with severity breakdowns.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720" y="1828800"/>
            <a:ext cx="164592" cy="164592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7373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🔍 Findings &amp; Code Evidence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Expandable findings listing file paths, exact line numbers, explanation templates, and automated/manual fix proposals.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54480"/>
            <a:ext cx="347472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0" y="1828800"/>
            <a:ext cx="164592" cy="16459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7373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⚡ 1-Click Auto Solve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Directly appends undeclared dependencies to requirements.txt or triggers safe background pip installations.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47472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114800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0233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🔧 Native Tools &amp; Winget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Real-time tool status badges with 1-click winget installer and dynamic Windows user PATH modification.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840480"/>
            <a:ext cx="347472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17720" y="4114800"/>
            <a:ext cx="164592" cy="16459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40233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🔗 Live Import Resolver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Interactive test console with auto-suggest candidates, layer resolution paths, and confidence indicators.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840480"/>
            <a:ext cx="347472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0" y="4114800"/>
            <a:ext cx="164592" cy="16459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0233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📄 Raw JSON &amp; Snapshots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Full transparency into the complete diagnostic payload and exportable environment fingerprint.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COMMAND-LINE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CLI-First Architecture: Powerful, Scriptable &amp; Fast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105156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6420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1. Scan Project Dependencies:   </a:t>
            </a:r>
          </a:p>
          <a:p>
            <a:pPr>
              <a:spcAft>
                <a:spcPts val="200"/>
              </a:spcAft>
              <a:defRPr sz="1200" b="1">
                <a:solidFill>
                  <a:srgbClr val="38BDF8"/>
                </a:solidFill>
                <a:latin typeface="Consolas"/>
              </a:defRPr>
            </a:pPr>
            <a:r>
              <a:t>$  parity scan ./my-project --all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Inspects AST imports, parses manifests, and prints categorized runtime vs dev vs optional dependency matrices.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725912" cy="105156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5292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2. Capture Machine Fingerprint:   </a:t>
            </a:r>
          </a:p>
          <a:p>
            <a:pPr>
              <a:spcAft>
                <a:spcPts val="200"/>
              </a:spcAft>
              <a:defRPr sz="1200" b="1">
                <a:solidFill>
                  <a:srgbClr val="A855F7"/>
                </a:solidFill>
                <a:latin typeface="Consolas"/>
              </a:defRPr>
            </a:pPr>
            <a:r>
              <a:t>$  parity fingerprint --out env.json --redact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Captures deterministic JSON snapshot of active runtime, packages, and system compilers with sanitized paths.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5912" cy="105156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4164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3. Diagnose Against Target:   </a:t>
            </a:r>
          </a:p>
          <a:p>
            <a:pPr>
              <a:spcAft>
                <a:spcPts val="200"/>
              </a:spcAft>
              <a:defRPr sz="1200" b="1">
                <a:solidFill>
                  <a:srgbClr val="34D399"/>
                </a:solidFill>
                <a:latin typeface="Consolas"/>
              </a:defRPr>
            </a:pPr>
            <a:r>
              <a:t>$  parity diagnose . --against env.json --format json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Runs diagnostic engine against local system or recorded environment JSON. Supports machine-readable JSON for CI/CD.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725912" cy="105156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3036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4. Resolve Import Name:   </a:t>
            </a:r>
          </a:p>
          <a:p>
            <a:pPr>
              <a:spcAft>
                <a:spcPts val="200"/>
              </a:spcAft>
              <a:defRPr sz="1200" b="1">
                <a:solidFill>
                  <a:srgbClr val="FBBF24"/>
                </a:solidFill>
                <a:latin typeface="Consolas"/>
              </a:defRPr>
            </a:pPr>
            <a:r>
              <a:t>$  parity resolve cv2 --explain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Tests multi-layer package mapping for any Python import with full layer explanation and confidence ratings.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Built for Untrusted Codebases: Zero-Execution Threat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83080"/>
            <a:ext cx="365760" cy="3657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73736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Execution Isolation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Parity never executes setup.py or untrusted target virtual environments. When querying sysconfig, Parity forces the Python binary to run with '-S -I', completely skipping site initialization and neutralizing .pth exploits.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21208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783080"/>
            <a:ext cx="36576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73736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Binary Hijacking Defense (CWE-426)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Safe tool probing uses sanitized PATH environments that explicitly block execution from the current project directory or cwd. Probe tests execute in ephemeral temporary directories with strict 5-second timeouts.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4069080"/>
            <a:ext cx="365760" cy="3657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02336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Data-Only .pth Parsing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When discovering editable installs from .pth files, Parity reads files as plain text, explicitly rejecting and ignoring lines containing 'import ' statements to prevent arbitrary script execution.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40480"/>
            <a:ext cx="5212080" cy="20116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4069080"/>
            <a:ext cx="365760" cy="3657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02336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Online Wheel Integrity &amp; DoS Defense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Layer 4 online queries strictly use files.pythonhosted.org, compute SHA-256 hashes immediately upon streaming before opening zip archives, and enforce bounded reads to protect against zip-bombs.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QUALITY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Empirical Validation: Test Corpus &amp; Determinism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42032" cy="210312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762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34D399"/>
                </a:solidFill>
                <a:latin typeface="Segoe UI"/>
              </a:defRPr>
            </a:pPr>
            <a:r>
              <a:t>46</a:t>
            </a:r>
          </a:p>
          <a:p>
            <a:pPr>
              <a:spcAft>
                <a:spcPts val="400"/>
              </a:spcAft>
              <a:defRPr sz="1250" b="1">
                <a:solidFill>
                  <a:srgbClr val="F8FAFC"/>
                </a:solidFill>
                <a:latin typeface="Segoe UI"/>
              </a:defRPr>
            </a:pPr>
            <a:r>
              <a:t>Passing Test Cases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Covering AST parsing, manifest extraction, environment fingerprinting, and resolution.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542032" cy="210312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83080"/>
            <a:ext cx="21762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38BDF8"/>
                </a:solidFill>
                <a:latin typeface="Segoe UI"/>
              </a:defRPr>
            </a:pPr>
            <a:r>
              <a:t>100%</a:t>
            </a:r>
          </a:p>
          <a:p>
            <a:pPr>
              <a:spcAft>
                <a:spcPts val="400"/>
              </a:spcAft>
              <a:defRPr sz="1250" b="1">
                <a:solidFill>
                  <a:srgbClr val="F8FAFC"/>
                </a:solidFill>
                <a:latin typeface="Segoe UI"/>
              </a:defRPr>
            </a:pPr>
            <a:r>
              <a:t>Deterministic Runs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Hypothesis property-based tests verify identical outputs regardless of run order.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2542032" cy="210312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21762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A855F7"/>
                </a:solidFill>
                <a:latin typeface="Segoe UI"/>
              </a:defRPr>
            </a:pPr>
            <a:r>
              <a:t>10+</a:t>
            </a:r>
          </a:p>
          <a:p>
            <a:pPr>
              <a:spcAft>
                <a:spcPts val="400"/>
              </a:spcAft>
              <a:defRPr sz="1250" b="1">
                <a:solidFill>
                  <a:srgbClr val="F8FAFC"/>
                </a:solidFill>
                <a:latin typeface="Segoe UI"/>
              </a:defRPr>
            </a:pPr>
            <a:r>
              <a:t>Test Corpus Scenarios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Healthy projects, undeclared imports, version drift, missing tools, and broken markers.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554480"/>
            <a:ext cx="2542032" cy="210312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783080"/>
            <a:ext cx="21762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FBBF24"/>
                </a:solidFill>
                <a:latin typeface="Segoe UI"/>
              </a:defRPr>
            </a:pPr>
            <a:r>
              <a:t>&lt; 1s</a:t>
            </a:r>
          </a:p>
          <a:p>
            <a:pPr>
              <a:spcAft>
                <a:spcPts val="400"/>
              </a:spcAft>
              <a:defRPr sz="1250" b="1">
                <a:solidFill>
                  <a:srgbClr val="F8FAFC"/>
                </a:solidFill>
                <a:latin typeface="Segoe UI"/>
              </a:defRPr>
            </a:pPr>
            <a:r>
              <a:t>Typical Scan Time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Instantaneous AST parsing without spinning up slow package managers or interpreters.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5912" cy="22860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Comprehensive Test Suite Architecture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tests/test_determinism.py: Verifies JSON fingerprint serialization determinism and key sorting stability.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tests/test_diagnose.py: Runs corpus evaluation across healthy_*, broken_1 (undeclared), broken_2 (mismatch), and broken_8 (optional).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tests/test_env.py: Evaluates native tools detection, CWE-426 binary planting mitigation, and PATH sanitization.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tests/test_resolve.py: Verifies 4-layer resolution logic, bundled mappings, PEP 503 normalization, and wheel validation.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tests/test_scan.py: Tests AST import categorizer (Runtime, Dev, Optional) and manifest parsers (pyproject, requirements, setup.py).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Future Roadmap &amp; Project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A855F7"/>
                </a:solidFill>
                <a:latin typeface="Segoe UI"/>
              </a:defRPr>
            </a:pPr>
            <a:r>
              <a:t>Strategic Roadmap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▸  Automated Fix Sandbox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Dry-run execution of pip installations inside temporary throwaway environments before committing to the main virtualenv.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▸  IDE Language Server (LSP)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Real-time editor diagnostics in VS Code: highlight undeclared imports instantly as you write code.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▸  CI/CD GitHub Action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Automated pull request gating: reject PRs containing undeclared imports or environment drift.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▸  Multi-Ecosystem Expansion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Extending Parity's AST and manifest engine to Node.js/npm and Rust/Cargo environments.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4D399"/>
                </a:solidFill>
                <a:latin typeface="Segoe UI"/>
              </a:defRPr>
            </a:pPr>
            <a:r>
              <a:t>Why Parity Matters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✓  Eliminates 'Works on My Machine': Replaces hours of frantic environment debugging with deterministic, evidence-backed explanations.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✓  Zero Security Compromise: Never executes untrusted repository code to inspect it, neutralizing .pth and binary planting attack vectors.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✓  Developer-Friendly: Provides both a scriptable, JSON-ready CLI for power users and CI/CD pipelines, and a modern GUI for one-click fixes.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✓  Production Ready: Built with strict typing (mypy), Ruff linting, Hatchling packaging, and 46 passing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